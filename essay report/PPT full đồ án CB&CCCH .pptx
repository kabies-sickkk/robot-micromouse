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8cea4261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8cea4261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8cea4261a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8cea4261a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8c9eb5244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f8c9eb5244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f8cea4261a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f8cea4261a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8cea426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8cea426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8cea4261a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8cea4261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8cea4261a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f8cea4261a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8cea4261a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8cea4261a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3259900" y="1572100"/>
            <a:ext cx="5747700" cy="35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AutoNum type="arabicPeriod"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 khung robot Micromouse: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781500" y="4660825"/>
            <a:ext cx="1581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Top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89300" y="4660825"/>
            <a:ext cx="1581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Bottom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64925" y="1593175"/>
            <a:ext cx="2543700" cy="618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36800" y="1705575"/>
            <a:ext cx="394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Mạch cảm biến tường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321413" y="2132625"/>
            <a:ext cx="2955100" cy="2101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003550" y="2133550"/>
            <a:ext cx="2952500" cy="20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663" y="2571750"/>
            <a:ext cx="2756225" cy="227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3259900" y="1572100"/>
            <a:ext cx="5747700" cy="35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AutoNum type="arabicPeriod"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 khung robot Micromouse: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781500" y="4660825"/>
            <a:ext cx="1581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Top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89300" y="4660825"/>
            <a:ext cx="1581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Bottom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64925" y="1593175"/>
            <a:ext cx="2543700" cy="618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36800" y="1705575"/>
            <a:ext cx="394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Mạch cảm biến line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442523" y="2090213"/>
            <a:ext cx="2543701" cy="2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2500" y="2090225"/>
            <a:ext cx="2254601" cy="2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00" y="2746025"/>
            <a:ext cx="2326401" cy="179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3259900" y="1572100"/>
            <a:ext cx="5747700" cy="35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AutoNum type="arabicPeriod"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 điều khiển</a:t>
            </a: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64925" y="1593175"/>
            <a:ext cx="2543700" cy="1107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36800" y="1705575"/>
            <a:ext cx="2543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Nano R3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điều khiển động cơ TB6612FNG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250" y="2364413"/>
            <a:ext cx="2446575" cy="192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0075" y="2364413"/>
            <a:ext cx="1921774" cy="192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3259900" y="1572100"/>
            <a:ext cx="4485000" cy="332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AutoNum type="arabicPeriod"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Nguồn Pin 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64925" y="1593175"/>
            <a:ext cx="2147700" cy="674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36800" y="1705575"/>
            <a:ext cx="25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 sạc 9v 1200MAh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900" y="1902350"/>
            <a:ext cx="3215000" cy="278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3259900" y="1572100"/>
            <a:ext cx="5747700" cy="35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AutoNum type="arabicPeriod"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Cảm biến và cơ cấu chấp hành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64925" y="1593175"/>
            <a:ext cx="2543700" cy="1097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36800" y="1705575"/>
            <a:ext cx="2543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Cảm biến: cảm biến hồng ngoại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 cấu chấp hành: 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 cơ DC servo encoder</a:t>
            </a:r>
            <a:endParaRPr b="1"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150" y="1902350"/>
            <a:ext cx="2543701" cy="262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4325" y="1902350"/>
            <a:ext cx="2625225" cy="26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Sơ đồ mạch của phần cứng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750" y="1347875"/>
            <a:ext cx="4862726" cy="3363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336800" y="1593175"/>
            <a:ext cx="2543700" cy="837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36800" y="1705575"/>
            <a:ext cx="2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Sơ đồ mạch của board mạch chính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Sơ đồ mạch của phần cứng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36800" y="1593175"/>
            <a:ext cx="2543700" cy="837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36800" y="1705575"/>
            <a:ext cx="2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Sơ đồ mạch của </a:t>
            </a: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board cảm biến tường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950" y="1192925"/>
            <a:ext cx="5474776" cy="37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223550" y="623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lphaLcPeriod"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Nhiệm Vụ Thiết Kế Phần Cứng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07075" y="1192913"/>
            <a:ext cx="3569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Sơ đồ mạch của phần cứng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36800" y="1593175"/>
            <a:ext cx="2543700" cy="837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36800" y="1705575"/>
            <a:ext cx="2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Sơ đồ mạch của board cảm biến dòng line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9125" y="1254675"/>
            <a:ext cx="5307724" cy="36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